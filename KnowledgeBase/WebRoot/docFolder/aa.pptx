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701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2013/9/17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2013/9/17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2013/9/17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2013/9/17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2013/9/17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2013/9/17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2013/9/17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2013/9/17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2013/9/17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2013/9/17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2013/9/17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2013/9/17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都发大水法撒旦发射点发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mtClean="0"/>
              <a:t>阿萨德法撒旦发大水法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6206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全屏显示(4:3)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</vt:lpstr>
      <vt:lpstr>都发大水法撒旦发射点发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都发大水法撒旦发射点发</dc:title>
  <dc:creator>suoyanming</dc:creator>
  <cp:lastModifiedBy>zt</cp:lastModifiedBy>
  <cp:revision>1</cp:revision>
  <dcterms:created xsi:type="dcterms:W3CDTF">2013-09-17T02:02:03Z</dcterms:created>
  <dcterms:modified xsi:type="dcterms:W3CDTF">2013-09-17T02:02:21Z</dcterms:modified>
</cp:coreProperties>
</file>